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6" d="100"/>
          <a:sy n="96" d="100"/>
        </p:scale>
        <p:origin x="1152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145EC1-A696-572C-8B9C-D3365DF897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DAD69B1-5C8A-EF84-A037-1B323CA531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CD3A222-D354-2FF6-4FC9-5F8058D53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00817-1723-4C1D-A825-26BB5DC19751}" type="datetimeFigureOut">
              <a:rPr lang="ko-KR" altLang="en-US" smtClean="0"/>
              <a:t>2025-07-29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B83279-EB66-B450-A216-06C591D04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B0EC931-75E4-0EAB-26EF-8EBAA8843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472C7-1DDF-4674-9CF0-B04B6BFD32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31111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5AE4B9-1088-5F1D-57A3-A2D726DD7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E272424-77F6-9245-D0F0-736768B73A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F4D5177-263B-226D-7162-B8F88035A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00817-1723-4C1D-A825-26BB5DC19751}" type="datetimeFigureOut">
              <a:rPr lang="ko-KR" altLang="en-US" smtClean="0"/>
              <a:t>2025-07-29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1700DD3-C1E6-3FC9-85B4-76DE1A0EF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03B9911-42D1-9BE6-7D5D-5A2FC215D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472C7-1DDF-4674-9CF0-B04B6BFD32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11919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FE57E1-0498-8EDA-6F30-B66FA166F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4D1EAA9-1719-3975-A52C-FFE2C29A9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2F4BDB-9D4B-72EF-1789-3F222868B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00817-1723-4C1D-A825-26BB5DC19751}" type="datetimeFigureOut">
              <a:rPr lang="ko-KR" altLang="en-US" smtClean="0"/>
              <a:t>2025-07-29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4716E1F-C1B9-1350-1DCB-68A6E6C21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E649A1C-5065-6A0E-5874-15C4EBB2D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472C7-1DDF-4674-9CF0-B04B6BFD32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87403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AF5F77-213F-6248-9175-D2788EE3F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3E7C3CF-1595-9929-86F0-3324B128E0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DCA9AC0-E1EC-1984-A7A0-CE221A3C2A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056B265-E2E7-A099-69D7-D9F004ED9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00817-1723-4C1D-A825-26BB5DC19751}" type="datetimeFigureOut">
              <a:rPr lang="ko-KR" altLang="en-US" smtClean="0"/>
              <a:t>2025-07-29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86B250D-A941-E05B-286E-F09FA5AD0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EFA2246-1A76-F394-55B3-8CA33126A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472C7-1DDF-4674-9CF0-B04B6BFD32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07614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D640DD-6836-A179-4330-F2D0A198F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EE5779B-E775-0764-0793-AFF10B6E86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4D94A84-D6B0-68EA-B2D9-162FE22115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B5155A6-7D6A-3F5D-538D-909178B5C7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C415DEE-715D-6D13-D80F-6F7AA9C743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D6EA0D3-86DA-CE40-9D3F-7D29FFD4E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00817-1723-4C1D-A825-26BB5DC19751}" type="datetimeFigureOut">
              <a:rPr lang="ko-KR" altLang="en-US" smtClean="0"/>
              <a:t>2025-07-29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11F7D84-A02A-75AF-68B8-35D58D332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EC7F789-88F6-F3B8-9097-128B082F7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472C7-1DDF-4674-9CF0-B04B6BFD32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06780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3BDDDF-3B7D-8835-633C-E61A9DEC7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F24D510-0F2A-E61B-94CD-38E0CACD7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00817-1723-4C1D-A825-26BB5DC19751}" type="datetimeFigureOut">
              <a:rPr lang="ko-KR" altLang="en-US" smtClean="0"/>
              <a:t>2025-07-29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8C07F14-6BF1-4B50-4414-A61217E3B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47A83B9-CE04-D199-44E2-580989A2F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472C7-1DDF-4674-9CF0-B04B6BFD32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20222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85E9804-4E91-F10A-8476-1010D7260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00817-1723-4C1D-A825-26BB5DC19751}" type="datetimeFigureOut">
              <a:rPr lang="ko-KR" altLang="en-US" smtClean="0"/>
              <a:t>2025-07-29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79253FC-C6B6-CF82-91A3-09F9065D5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C55F07-E1D7-9271-8861-ABCD6808A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472C7-1DDF-4674-9CF0-B04B6BFD32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24551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9F0F53-1EA6-B4CE-D90D-44AEFCEDC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E68B2C-E768-423A-E95A-5120468D9C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56E375B-0BCB-7A30-A2E1-5C6A4E22CF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6E25E55-781E-FF1E-6401-E776488CF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00817-1723-4C1D-A825-26BB5DC19751}" type="datetimeFigureOut">
              <a:rPr lang="ko-KR" altLang="en-US" smtClean="0"/>
              <a:t>2025-07-29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BC68D1E-9E74-3353-3343-D2F15E401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A4503AD-CA3D-DD57-E96F-F81606007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472C7-1DDF-4674-9CF0-B04B6BFD32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63873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7F9431-31F6-16E5-269A-655298564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010D08B-CAF3-4684-845E-7C294EFD24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A66035A-93B0-68F2-34DA-3E5237FC39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646128D-AA50-AEAC-388A-072C72083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00817-1723-4C1D-A825-26BB5DC19751}" type="datetimeFigureOut">
              <a:rPr lang="ko-KR" altLang="en-US" smtClean="0"/>
              <a:t>2025-07-29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11DD391-C682-3CCF-0C2B-326083964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AD7893D-BC0F-6D4B-EBA4-7B6ECC29C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472C7-1DDF-4674-9CF0-B04B6BFD32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70363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3C2E26-6835-0755-AE04-F0E859BDC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964C63D-3222-0CD5-3246-384A621089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67AE7D9-4D27-AF2B-CD2C-7580D386A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00817-1723-4C1D-A825-26BB5DC19751}" type="datetimeFigureOut">
              <a:rPr lang="ko-KR" altLang="en-US" smtClean="0"/>
              <a:t>2025-07-29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DCBCE6-BC0F-916A-CCA0-0DA63C6C0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2FBAEF5-1187-0C53-14A7-141FBA9DC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472C7-1DDF-4674-9CF0-B04B6BFD32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71298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F6D9204-518D-523A-ADF4-4F910C8713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AECBAFD-12A0-E115-532E-6275D8BCE2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CD43ABC-0C1B-CEAB-1EF4-BE58915E4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00817-1723-4C1D-A825-26BB5DC19751}" type="datetimeFigureOut">
              <a:rPr lang="ko-KR" altLang="en-US" smtClean="0"/>
              <a:t>2025-07-29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86F5BB4-F121-FADB-B4F5-32BC848A9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060AC45-8F0D-76E6-5C6B-1B2E57FD9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472C7-1DDF-4674-9CF0-B04B6BFD32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70707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F56E7BB-2049-A223-398E-F567C0FEE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8FECCBB-D981-D544-2482-2581BEF8FC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4546D08-9A2C-433C-E742-A6CC448BDB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200817-1723-4C1D-A825-26BB5DC19751}" type="datetimeFigureOut">
              <a:rPr lang="ko-KR" altLang="en-US" smtClean="0"/>
              <a:t>2025-07-29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667C7FC-0087-14F1-5BEA-BBA0B7D70B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E323FE-C3BC-D34F-B883-6B64AFA901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2472C7-1DDF-4674-9CF0-B04B6BFD32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246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A62DD9-A193-CF86-D45A-85654785522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E944F35-32CA-4196-E1DC-3D3C66C98B9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73684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DDAE947C-262A-2CFB-7E59-C9DE864F5111}"/>
              </a:ext>
            </a:extLst>
          </p:cNvPr>
          <p:cNvSpPr/>
          <p:nvPr/>
        </p:nvSpPr>
        <p:spPr>
          <a:xfrm>
            <a:off x="1689652" y="800713"/>
            <a:ext cx="7474226" cy="6062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E3E338B-0519-8FD3-1616-702355C0CAB0}"/>
              </a:ext>
            </a:extLst>
          </p:cNvPr>
          <p:cNvSpPr/>
          <p:nvPr/>
        </p:nvSpPr>
        <p:spPr>
          <a:xfrm>
            <a:off x="2991678" y="3051313"/>
            <a:ext cx="7474226" cy="65295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FLATBUFFER PACKET</a:t>
            </a:r>
            <a:r>
              <a:rPr lang="ko-KR" altLang="en-US" dirty="0"/>
              <a:t> </a:t>
            </a:r>
            <a:r>
              <a:rPr lang="en-US" altLang="ko-KR" dirty="0"/>
              <a:t>(Binary)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757354-43C6-D903-85AB-C0E899DFF597}"/>
              </a:ext>
            </a:extLst>
          </p:cNvPr>
          <p:cNvSpPr txBox="1"/>
          <p:nvPr/>
        </p:nvSpPr>
        <p:spPr>
          <a:xfrm>
            <a:off x="1073426" y="4333461"/>
            <a:ext cx="103557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FlatBuffer</a:t>
            </a:r>
            <a:r>
              <a:rPr lang="ko-KR" altLang="en-US" dirty="0"/>
              <a:t>는 받은 바이너리데이터를 해석하기 위해서는 이 데이터가 어떤 데이터인지 알아야 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바이너리데이터 앞에 크기와 </a:t>
            </a:r>
            <a:r>
              <a:rPr lang="en-US" altLang="ko-KR" dirty="0"/>
              <a:t>Type</a:t>
            </a:r>
            <a:r>
              <a:rPr lang="ko-KR" altLang="en-US" dirty="0"/>
              <a:t>을 별도로 전송한다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A9FE7A2-1BD1-99CD-28F4-DCD8E92DCDC2}"/>
              </a:ext>
            </a:extLst>
          </p:cNvPr>
          <p:cNvSpPr/>
          <p:nvPr/>
        </p:nvSpPr>
        <p:spPr>
          <a:xfrm>
            <a:off x="904461" y="3102522"/>
            <a:ext cx="695739" cy="6463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SIZE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87E51DB-FE28-1E1B-196E-668249B0F74B}"/>
              </a:ext>
            </a:extLst>
          </p:cNvPr>
          <p:cNvSpPr/>
          <p:nvPr/>
        </p:nvSpPr>
        <p:spPr>
          <a:xfrm>
            <a:off x="1600200" y="3105834"/>
            <a:ext cx="695739" cy="6463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TYPE</a:t>
            </a:r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D75F658-C56E-9FD4-6BE0-5BDFB0569C87}"/>
              </a:ext>
            </a:extLst>
          </p:cNvPr>
          <p:cNvSpPr/>
          <p:nvPr/>
        </p:nvSpPr>
        <p:spPr>
          <a:xfrm>
            <a:off x="2196548" y="2170044"/>
            <a:ext cx="586408" cy="4870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WSABUF</a:t>
            </a:r>
            <a:endParaRPr lang="ko-KR" altLang="en-US" sz="1400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9D9276E-9BB5-65B4-8326-B2DA4358A61D}"/>
              </a:ext>
            </a:extLst>
          </p:cNvPr>
          <p:cNvSpPr/>
          <p:nvPr/>
        </p:nvSpPr>
        <p:spPr>
          <a:xfrm>
            <a:off x="2782956" y="2150922"/>
            <a:ext cx="586408" cy="4870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WSABUF</a:t>
            </a:r>
            <a:endParaRPr lang="ko-KR" altLang="en-US" sz="1400" dirty="0"/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02D53BE7-ED95-18CC-599A-356F5F55CBC4}"/>
              </a:ext>
            </a:extLst>
          </p:cNvPr>
          <p:cNvCxnSpPr>
            <a:stCxn id="7" idx="2"/>
            <a:endCxn id="5" idx="0"/>
          </p:cNvCxnSpPr>
          <p:nvPr/>
        </p:nvCxnSpPr>
        <p:spPr>
          <a:xfrm flipH="1">
            <a:off x="1252331" y="2657061"/>
            <a:ext cx="1237421" cy="4454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BE5FF676-864C-677D-3E34-D48D3850E9DC}"/>
              </a:ext>
            </a:extLst>
          </p:cNvPr>
          <p:cNvCxnSpPr>
            <a:cxnSpLocks/>
            <a:stCxn id="8" idx="2"/>
            <a:endCxn id="3" idx="0"/>
          </p:cNvCxnSpPr>
          <p:nvPr/>
        </p:nvCxnSpPr>
        <p:spPr>
          <a:xfrm>
            <a:off x="3076160" y="2637939"/>
            <a:ext cx="3652631" cy="4133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18006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30</Words>
  <Application>Microsoft Office PowerPoint</Application>
  <PresentationFormat>와이드스크린</PresentationFormat>
  <Paragraphs>7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Nai Hoon Jung</dc:creator>
  <cp:lastModifiedBy>Nai Hoon Jung</cp:lastModifiedBy>
  <cp:revision>2</cp:revision>
  <dcterms:created xsi:type="dcterms:W3CDTF">2025-07-29T09:00:43Z</dcterms:created>
  <dcterms:modified xsi:type="dcterms:W3CDTF">2025-07-29T09:09:53Z</dcterms:modified>
</cp:coreProperties>
</file>